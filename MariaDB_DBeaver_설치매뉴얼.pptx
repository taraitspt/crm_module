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3ef78d74-3f82-0dac-7db1-1de1d79793ff}">
          <p14:sldIdLst>
            <p14:sldId id="256"/>
          </p14:sldIdLst>
        </p14:section>
        <p14:section name="목차" id="{8c8251fd-63a7-3b3e-7b65-46bafea998ab}">
          <p14:sldIdLst>
            <p14:sldId id="257"/>
          </p14:sldIdLst>
        </p14:section>
        <p14:section name="1. MariaDB 설치" id="{0096a2c0-8eb7-68c1-b518-4ef69ceecd9a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2. DBeaver 설치" id="{e617fc4d-3c2a-ba6d-4a3f-75612e93b08e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3. 연결 및 DB 생성" id="{a15e0faf-a158-5b32-77c0-43008f6fcff1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정리" id="{9635c2bf-7232-12de-c09c-81db5bc1c5c4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4320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173736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03120" y="2560320"/>
            <a:ext cx="65836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P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I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MariaDB + DBeaver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설치 · 설정 매뉴얼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43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로컬 개발용 DB 설치부터 데이터베이스 생성까지</a:t>
            </a:r>
            <a:endParaRPr lang="en-US" sz="1600" dirty="0"/>
          </a:p>
        </p:txBody>
      </p:sp>
      <p:sp>
        <p:nvSpPr>
          <p:cNvPr id="4" name="버전 칩"/>
          <p:cNvSpPr/>
          <p:nvPr/>
        </p:nvSpPr>
        <p:spPr>
          <a:xfrm>
            <a:off x="640080" y="3977640"/>
            <a:ext cx="23774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977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MariaDB 12.3.3 · DBeaver 26.2.2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진행 순서</a:t>
            </a:r>
            <a:endParaRPr lang="en-US" sz="2200" dirty="0"/>
          </a:p>
        </p:txBody>
      </p:sp>
      <p:sp>
        <p:nvSpPr>
          <p:cNvPr id="3" name="카드 1"/>
          <p:cNvSpPr/>
          <p:nvPr/>
        </p:nvSpPr>
        <p:spPr>
          <a:xfrm>
            <a:off x="457200" y="118872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번호 1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MariaDB 설치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DB 서버 설치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root 비밀번호 · 포트 설정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서비스 실행 확인</a:t>
            </a:r>
            <a:endParaRPr lang="en-US" sz="1200" dirty="0"/>
          </a:p>
        </p:txBody>
      </p:sp>
      <p:sp>
        <p:nvSpPr>
          <p:cNvPr id="8" name="카드 2"/>
          <p:cNvSpPr/>
          <p:nvPr/>
        </p:nvSpPr>
        <p:spPr>
          <a:xfrm>
            <a:off x="3291840" y="118872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번호 2"/>
          <p:cNvSpPr/>
          <p:nvPr/>
        </p:nvSpPr>
        <p:spPr>
          <a:xfrm>
            <a:off x="356616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DBeaver 설치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DB 관리 도구 설치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한국어 · Java 포함 설치</a:t>
            </a:r>
            <a:endParaRPr lang="en-US" sz="1200" dirty="0"/>
          </a:p>
        </p:txBody>
      </p:sp>
      <p:sp>
        <p:nvSpPr>
          <p:cNvPr id="13" name="카드 3"/>
          <p:cNvSpPr/>
          <p:nvPr/>
        </p:nvSpPr>
        <p:spPr>
          <a:xfrm>
            <a:off x="6126480" y="118872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번호 3"/>
          <p:cNvSpPr/>
          <p:nvPr/>
        </p:nvSpPr>
        <p:spPr>
          <a:xfrm>
            <a:off x="640080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연결 및 DB 생성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MariaDB 접속 연결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데이터베이스 생성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SQL 편집기로 테이블 생성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/>
          <p:nvPr/>
        </p:nvSpPr>
        <p:spPr>
          <a:xfrm>
            <a:off x="731520" y="173736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17373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1. MariaDB 설치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25603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DB 서버를 내 PC에 설치하고 서비스로 실행합니다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1-1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MariaDB 설치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설치 파일 다운로드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mariadb.org/download 접속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Version: MariaDB Server 12.3.3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OS: Windows / x86_64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Package Type: MSI Package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Mirror 선택 후 [Download]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3840480" y="696813"/>
            <a:ext cx="4846320" cy="3681293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m01_다운로드페이지" descr="m01_다운로드페이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696813"/>
            <a:ext cx="4846320" cy="36812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1-2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MariaDB 설치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다운로드 확인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mariadb-12.3.3-winx64.msi (88.6MB) 다운로드 완료 확인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파일을 더블클릭해 설치 시작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3840480" y="1685278"/>
            <a:ext cx="4846320" cy="1704363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m02_다운로드완료" descr="m02_다운로드완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685278"/>
            <a:ext cx="4846320" cy="170436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02336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023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1-3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설치 시작 · 라이선스 동의</a:t>
            </a:r>
            <a:endParaRPr lang="en-US" sz="2200" dirty="0"/>
          </a:p>
        </p:txBody>
      </p:sp>
      <p:sp>
        <p:nvSpPr>
          <p:cNvPr id="5" name="캡처 테두리"/>
          <p:cNvSpPr/>
          <p:nvPr/>
        </p:nvSpPr>
        <p:spPr>
          <a:xfrm>
            <a:off x="536034" y="1051560"/>
            <a:ext cx="3865692" cy="297180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6" name="m03_설치시작" descr="m03_설치시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034" y="1051560"/>
            <a:ext cx="3865692" cy="2971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설치 마법사 시작 화면에서 [Next]</a:t>
            </a:r>
            <a:endParaRPr lang="en-US" sz="1200" dirty="0"/>
          </a:p>
        </p:txBody>
      </p:sp>
      <p:sp>
        <p:nvSpPr>
          <p:cNvPr id="8" name="캡처 테두리"/>
          <p:cNvSpPr/>
          <p:nvPr/>
        </p:nvSpPr>
        <p:spPr>
          <a:xfrm>
            <a:off x="4765797" y="1051560"/>
            <a:ext cx="3818645" cy="297180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9" name="m04_라이선스" descr="m04_라이선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797" y="1051560"/>
            <a:ext cx="3818645" cy="29718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'I accept the terms…' 체크 후 [Next]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1-4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MariaDB 설치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설치 구성 요소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기본 선택 그대로 [Next]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MariaDB Server, Client Programs, Backup utilities 포함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HeidiSQL은 선택 사항 (DBeaver를 쓸 예정이면 생략 가능)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3840480" y="673110"/>
            <a:ext cx="4846320" cy="3728699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m05_구성요소" descr="m05_구성요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673110"/>
            <a:ext cx="4846320" cy="372869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1-5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MariaDB 설치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root 비밀번호 설정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'Modify password for database user root' 체크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New root password / Confirm 입력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6"/>
                </a:solidFill>
              </a:rPr>
              <a:t>비밀번호는 DBeaver 연결 시 다시 필요하니 꼭 기록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'Enable access from remote machines' 는 체크 해제 (내 PC에서만 접속)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Feedback plugin 은 체크 해제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3840480" y="643439"/>
            <a:ext cx="4846320" cy="378804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m06_root비밀번호" descr="m06_root비밀번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643439"/>
            <a:ext cx="4846320" cy="378804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1-6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MariaDB 설치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서비스 · 포트 설정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Install as service 체크, Service Name: MariaDB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Enable networking 체크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TCP port: 3306 (기본값)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Buffer pool size 는 기본값 사용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[Next]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3840480" y="655539"/>
            <a:ext cx="4846320" cy="3763843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m07_서비스포트" descr="m07_서비스포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655539"/>
            <a:ext cx="4846320" cy="376384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1-7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MariaDB 설치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설치 실행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[Install] 클릭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관리자 권한 확인 창이 뜨면 [예]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완료 후 [Finish]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3840480" y="654965"/>
            <a:ext cx="4846320" cy="3764991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m08_설치" descr="m08_설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654965"/>
            <a:ext cx="4846320" cy="376499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02336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023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1-8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서비스 실행 확인</a:t>
            </a:r>
            <a:endParaRPr lang="en-US" sz="2200" dirty="0"/>
          </a:p>
        </p:txBody>
      </p:sp>
      <p:sp>
        <p:nvSpPr>
          <p:cNvPr id="5" name="캡처 테두리"/>
          <p:cNvSpPr/>
          <p:nvPr/>
        </p:nvSpPr>
        <p:spPr>
          <a:xfrm>
            <a:off x="457200" y="1516066"/>
            <a:ext cx="4023360" cy="2042788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6" name="m09_서비스실행" descr="m09_서비스실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16066"/>
            <a:ext cx="4023360" cy="20427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Win + R → services.msc 입력 → [확인]</a:t>
            </a:r>
            <a:endParaRPr lang="en-US" sz="1200" dirty="0"/>
          </a:p>
        </p:txBody>
      </p:sp>
      <p:sp>
        <p:nvSpPr>
          <p:cNvPr id="8" name="캡처 테두리"/>
          <p:cNvSpPr/>
          <p:nvPr/>
        </p:nvSpPr>
        <p:spPr>
          <a:xfrm>
            <a:off x="4663440" y="1058875"/>
            <a:ext cx="4023360" cy="295717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9" name="m10_서비스확인" descr="m10_서비스확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8875"/>
            <a:ext cx="4023360" cy="295717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목록에서 MariaDB 상태가 '실행 중', 시작 유형 '자동'이면 정상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/>
          <p:nvPr/>
        </p:nvSpPr>
        <p:spPr>
          <a:xfrm>
            <a:off x="731520" y="173736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17373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2. DBeaver 설치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25603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DB를 화면에서 관리하는 도구를 설치합니다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2-1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DBeaver 설치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설치 파일 다운로드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dbeaver.io/download 접속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Community 탭 (무료)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Windows [Download EXE] 클릭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다운로드한 exe 실행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3928022" y="411480"/>
            <a:ext cx="4671237" cy="425196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d01_다운로드페이지" descr="d01_다운로드페이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8022" y="411480"/>
            <a:ext cx="4671237" cy="4251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02336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023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2-2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언어 선택 · 설치 시작</a:t>
            </a:r>
            <a:endParaRPr lang="en-US" sz="2200" dirty="0"/>
          </a:p>
        </p:txBody>
      </p:sp>
      <p:sp>
        <p:nvSpPr>
          <p:cNvPr id="5" name="캡처 테두리"/>
          <p:cNvSpPr/>
          <p:nvPr/>
        </p:nvSpPr>
        <p:spPr>
          <a:xfrm>
            <a:off x="457200" y="1475740"/>
            <a:ext cx="4023360" cy="212344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6" name="d02_언어선택" descr="d02_언어선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75740"/>
            <a:ext cx="4023360" cy="2123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설치 언어 '한국어' 선택 → [OK]</a:t>
            </a:r>
            <a:endParaRPr lang="en-US" sz="1200" dirty="0"/>
          </a:p>
        </p:txBody>
      </p:sp>
      <p:sp>
        <p:nvSpPr>
          <p:cNvPr id="8" name="캡처 테두리"/>
          <p:cNvSpPr/>
          <p:nvPr/>
        </p:nvSpPr>
        <p:spPr>
          <a:xfrm>
            <a:off x="4663440" y="1322070"/>
            <a:ext cx="4023360" cy="243078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9" name="d03_설치시작" descr="d03_설치시작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22070"/>
            <a:ext cx="4023360" cy="24307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설치 시작 화면에서 [다음]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02336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023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2-3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라이선스 · 사용자 선택</a:t>
            </a:r>
            <a:endParaRPr lang="en-US" sz="2200" dirty="0"/>
          </a:p>
        </p:txBody>
      </p:sp>
      <p:sp>
        <p:nvSpPr>
          <p:cNvPr id="5" name="캡처 테두리"/>
          <p:cNvSpPr/>
          <p:nvPr/>
        </p:nvSpPr>
        <p:spPr>
          <a:xfrm>
            <a:off x="457200" y="1310231"/>
            <a:ext cx="4023360" cy="2454459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6" name="d04_라이선스" descr="d04_라이선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10231"/>
            <a:ext cx="4023360" cy="24544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Apache License 확인 → [동의함]</a:t>
            </a:r>
            <a:endParaRPr lang="en-US" sz="1200" dirty="0"/>
          </a:p>
        </p:txBody>
      </p:sp>
      <p:sp>
        <p:nvSpPr>
          <p:cNvPr id="8" name="캡처 테두리"/>
          <p:cNvSpPr/>
          <p:nvPr/>
        </p:nvSpPr>
        <p:spPr>
          <a:xfrm>
            <a:off x="4663440" y="1310231"/>
            <a:ext cx="4023360" cy="2454459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9" name="d05_사용자선택" descr="d05_사용자선택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10231"/>
            <a:ext cx="4023360" cy="245445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'For me (user)' 선택 → [다음]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2-4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DBeaver 설치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구성 요소 선택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'Include Java' 체크 유지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PC에 Java가 없어도 DBeaver가 동작하도록 함께 설치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나머지 항목은 선택 사항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[다음]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3840480" y="1052433"/>
            <a:ext cx="4846320" cy="2970054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d06_구성요소" descr="d06_구성요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052433"/>
            <a:ext cx="4846320" cy="297005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02336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023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2-5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설치 위치 · 시작 메뉴</a:t>
            </a:r>
            <a:endParaRPr lang="en-US" sz="2200" dirty="0"/>
          </a:p>
        </p:txBody>
      </p:sp>
      <p:sp>
        <p:nvSpPr>
          <p:cNvPr id="5" name="캡처 테두리"/>
          <p:cNvSpPr/>
          <p:nvPr/>
        </p:nvSpPr>
        <p:spPr>
          <a:xfrm>
            <a:off x="457200" y="1298965"/>
            <a:ext cx="4023360" cy="247699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6" name="d07_설치위치" descr="d07_설치위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965"/>
            <a:ext cx="4023360" cy="24769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설치 폴더는 기본값 그대로 [다음]</a:t>
            </a:r>
            <a:endParaRPr lang="en-US" sz="1200" dirty="0"/>
          </a:p>
        </p:txBody>
      </p:sp>
      <p:sp>
        <p:nvSpPr>
          <p:cNvPr id="8" name="캡처 테두리"/>
          <p:cNvSpPr/>
          <p:nvPr/>
        </p:nvSpPr>
        <p:spPr>
          <a:xfrm>
            <a:off x="4663440" y="1292469"/>
            <a:ext cx="4023360" cy="248998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9" name="d08_시작메뉴" descr="d08_시작메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92469"/>
            <a:ext cx="4023360" cy="248998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시작 메뉴 폴더 확인 → [설치]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/>
          <p:nvPr/>
        </p:nvSpPr>
        <p:spPr>
          <a:xfrm>
            <a:off x="731520" y="173736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3</a:t>
            </a:r>
            <a:endParaRPr lang="en-US" sz="4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17373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3. 연결 및 DB 생성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25603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DBeaver에서 MariaDB에 접속하고 데이터베이스를 만듭니다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3-1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연결 및 DB 생성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DBeaver 첫 실행 설정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처음 실행하면 Configure DBeaver 창 표시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Language: 한국어 확인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[Apply] 클릭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3840480" y="691644"/>
            <a:ext cx="4846320" cy="369163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c01_초기설정" descr="c01_초기설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691644"/>
            <a:ext cx="4846320" cy="36916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3-2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연결 및 DB 생성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새 연결 만들기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왼쪽 위 '새 데이터베이스 연결' 아이콘 (플러그 모양) 클릭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단축키: Ctrl + Shift + N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3840480" y="835951"/>
            <a:ext cx="4846320" cy="3403017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c02_새연결" descr="c02_새연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835951"/>
            <a:ext cx="4846320" cy="340301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3-3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연결 및 DB 생성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MariaDB 선택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데이터베이스 목록에서 MariaDB 선택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[다음]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3840480" y="1163367"/>
            <a:ext cx="4846320" cy="2748186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c03_MariaDB선택" descr="c03_MariaDB선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163367"/>
            <a:ext cx="4846320" cy="27481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3-4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연결 및 DB 생성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접속 정보 입력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Server Host: localhost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Port: 3306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Username: root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Password: 1-5에서 설정한 root 비밀번호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'Save password' 체크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왼쪽 아래 [Test Connection …] 클릭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3840480" y="1006764"/>
            <a:ext cx="4846320" cy="3061391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c04_접속정보" descr="c04_접속정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006764"/>
            <a:ext cx="4846320" cy="306139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3-5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연결 및 DB 생성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드라이버 다운로드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처음 연결할 때 MariaDB JDBC 드라이버 다운로드 창 표시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[Download] 클릭 (인터넷 연결 필요)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3840480" y="1000757"/>
            <a:ext cx="4846320" cy="3073406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c05_드라이버다운로드" descr="c05_드라이버다운로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000757"/>
            <a:ext cx="4846320" cy="307340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3-6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연결 및 DB 생성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연결 성공 확인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'Connected' 메시지가 보이면 성공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[확인] → [완료]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6"/>
                </a:solidFill>
              </a:rPr>
              <a:t>실패하면: 비밀번호, 포트(3306), MariaDB 서비스 실행 여부 확인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3840480" y="1016372"/>
            <a:ext cx="4846320" cy="3042177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c06_연결성공" descr="c06_연결성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016372"/>
            <a:ext cx="4846320" cy="30421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3-7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연결 및 DB 생성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연결 확인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왼쪽 Connections 에 localhost 연결 생성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Databases 아래 기본 test 데이터베이스가 보이면 정상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4913510" y="411480"/>
            <a:ext cx="2700261" cy="425196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c07_연결확인" descr="c07_연결확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3510" y="411480"/>
            <a:ext cx="2700261" cy="4251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3-8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연결 및 DB 생성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데이터베이스 생성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Databases 우클릭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[Create New Database] 클릭 (Alt + Insert)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Database name 입력 (예: tara_project)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Charset 은 utf8mb4 권장 (한글 · 이모지 저장)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[확인]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4414329" y="411480"/>
            <a:ext cx="3698623" cy="425196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c08_DB생성메뉴" descr="c08_DB생성메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4329" y="411480"/>
            <a:ext cx="3698623" cy="4251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3-9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연결 및 DB 생성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생성 확인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Databases 아래 tara_project 가 추가되면 완료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보이지 않으면 Databases 우클릭 → [새로 고침] (F5)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3840480" y="852934"/>
            <a:ext cx="4846320" cy="3369052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c09_DB생성확인" descr="c09_DB생성확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852934"/>
            <a:ext cx="4846320" cy="33690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11480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3-10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연결 및 DB 생성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960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SQL 편집기 열기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57200" y="18288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tara_project 우클릭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SQL 편집기 → [새 SQL 편집기] (Ctrl + ])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오른쪽 편집 영역에 SQL 작성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작성한 쿼리는 Ctrl + Enter 로 실행</a:t>
            </a:r>
            <a:endParaRPr lang="en-US" sz="1300" dirty="0"/>
          </a:p>
        </p:txBody>
      </p:sp>
      <p:sp>
        <p:nvSpPr>
          <p:cNvPr id="7" name="캡처 테두리"/>
          <p:cNvSpPr/>
          <p:nvPr/>
        </p:nvSpPr>
        <p:spPr>
          <a:xfrm>
            <a:off x="3840480" y="835295"/>
            <a:ext cx="4846320" cy="3404330"/>
          </a:xfrm>
          <a:prstGeom prst="rect">
            <a:avLst/>
          </a:prstGeom>
          <a:solidFill>
            <a:schemeClr val="bg1"/>
          </a:solidFill>
          <a:ln w="9525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8000"/>
              </a:srgbClr>
            </a:outerShdw>
          </a:effectLst>
        </p:spPr>
      </p:sp>
      <p:pic>
        <p:nvPicPr>
          <p:cNvPr id="8" name="c10_SQL편집기" descr="c10_SQL편집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835295"/>
            <a:ext cx="4846320" cy="340433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단계 번호"/>
          <p:cNvSpPr/>
          <p:nvPr/>
        </p:nvSpPr>
        <p:spPr>
          <a:xfrm>
            <a:off x="457200" y="402336"/>
            <a:ext cx="7772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023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3-11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716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테이블 생성 (예시)</a:t>
            </a:r>
            <a:endParaRPr lang="en-US" sz="2200" dirty="0"/>
          </a:p>
        </p:txBody>
      </p:sp>
      <p:sp>
        <p:nvSpPr>
          <p:cNvPr id="5" name="SQL 예시 배경"/>
          <p:cNvSpPr/>
          <p:nvPr/>
        </p:nvSpPr>
        <p:spPr>
          <a:xfrm>
            <a:off x="457200" y="1051560"/>
            <a:ext cx="4937760" cy="34290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3444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 BIGINT AUTO_INCREMENT PRIMARY KEY,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VARCHAR(50) 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       VARCHAR(50),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DATETIME DEFAULT CURRENT_TIMESTAMP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DEFAULT CHARSET = utf8mb4;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employee (name, dept)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('홍길동', '개발팀');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employee;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051560"/>
            <a:ext cx="30175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실행 방법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커서를 쿼리 위에 두고 Ctrl + Enter : 한 문장 실행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Alt + X : 스크립트 전체 실행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왼쪽 tara_project → Tables 우클릭 → 새로 고침 하면 생성된 테이블 확인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테이블 이름과 컬럼은 프로젝트에 맞게 수정해서 사용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접속 정보 요약</a:t>
            </a:r>
            <a:endParaRPr 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852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76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76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Host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localhost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Port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3306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User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root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Password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설치 시 지정한 root 비밀번호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Database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tara_project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JDBC URL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</a:rPr>
                        <a:t>jdbc:mariadb://localhost:3306/tara_project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4630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2743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aDB Manual">
  <a:themeElements>
    <a:clrScheme name="MariaDB Manual">
      <a:dk1>
        <a:srgbClr val="1B2333"/>
      </a:dk1>
      <a:lt1>
        <a:srgbClr val="FFFFFF"/>
      </a:lt1>
      <a:dk2>
        <a:srgbClr val="1F305E"/>
      </a:dk2>
      <a:lt2>
        <a:srgbClr val="EEF2F7"/>
      </a:lt2>
      <a:accent1>
        <a:srgbClr val="C0765A"/>
      </a:accent1>
      <a:accent2>
        <a:srgbClr val="1F305E"/>
      </a:accent2>
      <a:accent3>
        <a:srgbClr val="2E8B8B"/>
      </a:accent3>
      <a:accent4>
        <a:srgbClr val="E6A23C"/>
      </a:accent4>
      <a:accent5>
        <a:srgbClr val="7A869A"/>
      </a:accent5>
      <a:accent6>
        <a:srgbClr val="D94F4F"/>
      </a:accent6>
      <a:hlink>
        <a:srgbClr val="2E6DB4"/>
      </a:hlink>
      <a:folHlink>
        <a:srgbClr val="7A5BA5"/>
      </a:folHlink>
    </a:clrScheme>
    <a:fontScheme name="MariaDB Manua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MariaDB + DBeaver 설치 매뉴얼</dc:title>
  <dc:subject>PptxGenJS Presentation</dc:subject>
  <dc:creator>PptxGenJS</dc:creator>
  <cp:lastModifiedBy>PptxGenJS</cp:lastModifiedBy>
  <cp:revision>1</cp:revision>
  <dcterms:created xsi:type="dcterms:W3CDTF">2026-10-06T00:29:01Z</dcterms:created>
  <dcterms:modified xsi:type="dcterms:W3CDTF">2026-10-06T00:29:01Z</dcterms:modified>
</cp:coreProperties>
</file>